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86408" autoAdjust="0"/>
  </p:normalViewPr>
  <p:slideViewPr>
    <p:cSldViewPr>
      <p:cViewPr varScale="1">
        <p:scale>
          <a:sx n="55" d="100"/>
          <a:sy n="55" d="100"/>
        </p:scale>
        <p:origin x="55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51647-711F-4215-A7B2-09B527486BD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5FA97-1013-4C52-91EC-4D0D1C67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004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5FA97-1013-4C52-91EC-4D0D1C67580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84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018" y="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F1B5E3-140C-64B7-5B7E-287D9D0D397C}"/>
              </a:ext>
            </a:extLst>
          </p:cNvPr>
          <p:cNvSpPr/>
          <p:nvPr/>
        </p:nvSpPr>
        <p:spPr>
          <a:xfrm>
            <a:off x="30018" y="87249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115C82-E0AC-0F51-4D90-CA75E3ED9C5D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266B46-45ED-BD91-577B-9434DE98F427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8703FD-ACD9-80C1-0FF3-B74607F8DDB3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A85674-4042-D6D5-4416-19700E0ECC97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03D611-2A1A-FDBA-A92B-E45756E68F8D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EB7912-5B49-F402-4B6E-6F82CE1AB244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B37AF9-90D8-0579-8EA8-8C9FB5C54F79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D10EC2-2672-3D1F-20E8-784BC8752AF4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164C37-FB67-25B9-50D7-D839CA9BE5E8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BFDA3D1-C48B-9A23-688D-BC4A3D729F65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97C370-2712-40BD-C2F4-A242CCEBD21A}"/>
              </a:ext>
            </a:extLst>
          </p:cNvPr>
          <p:cNvSpPr/>
          <p:nvPr/>
        </p:nvSpPr>
        <p:spPr>
          <a:xfrm>
            <a:off x="0" y="8763000"/>
            <a:ext cx="16256000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</Words>
  <Application>Microsoft Office PowerPoint</Application>
  <PresentationFormat>Custom</PresentationFormat>
  <Paragraphs>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Date</dc:creator>
  <cp:lastModifiedBy>Yash Date</cp:lastModifiedBy>
  <cp:revision>4</cp:revision>
  <dcterms:created xsi:type="dcterms:W3CDTF">2006-08-16T00:00:00Z</dcterms:created>
  <dcterms:modified xsi:type="dcterms:W3CDTF">2026-08-07T09:24:08Z</dcterms:modified>
</cp:coreProperties>
</file>